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10"/>
  </p:notesMasterIdLst>
  <p:sldIdLst>
    <p:sldId id="3897" r:id="rId5"/>
    <p:sldId id="3884" r:id="rId6"/>
    <p:sldId id="3913" r:id="rId7"/>
    <p:sldId id="3893" r:id="rId8"/>
    <p:sldId id="389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25"/>
    <p:restoredTop sz="94656"/>
  </p:normalViewPr>
  <p:slideViewPr>
    <p:cSldViewPr snapToGrid="0">
      <p:cViewPr varScale="1">
        <p:scale>
          <a:sx n="109" d="100"/>
          <a:sy n="109" d="100"/>
        </p:scale>
        <p:origin x="208" y="248"/>
      </p:cViewPr>
      <p:guideLst>
        <p:guide orient="horz" pos="1200"/>
        <p:guide orient="horz" pos="3408"/>
        <p:guide pos="6936"/>
        <p:guide pos="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BA811-8917-4F1D-B22F-E96045BFA4E0}" type="datetimeFigureOut">
              <a:rPr lang="en-US" smtClean="0"/>
              <a:t>3/4/26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C6A29-4676-420C-BBE3-ACC2B80F64D4}" type="slidenum">
              <a:rPr lang="en-US" smtClean="0"/>
              <a:t>‹#›</a:t>
            </a:fld>
            <a:endParaRPr lang="en-US"/>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jpe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5.jpe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solidFill>
        <a:effectLst/>
      </p:bgPr>
    </p:bg>
    <p:spTree>
      <p:nvGrpSpPr>
        <p:cNvPr id="1" name=""/>
        <p:cNvGrpSpPr/>
        <p:nvPr/>
      </p:nvGrpSpPr>
      <p:grpSpPr>
        <a:xfrm>
          <a:off x="0" y="0"/>
          <a:ext cx="0" cy="0"/>
          <a:chOff x="0" y="0"/>
          <a:chExt cx="0" cy="0"/>
        </a:xfrm>
      </p:grpSpPr>
      <p:pic>
        <p:nvPicPr>
          <p:cNvPr id="7" name="Picture 6" descr="Logo&#10;&#10;Description automatically generated">
            <a:extLst>
              <a:ext uri="{FF2B5EF4-FFF2-40B4-BE49-F238E27FC236}">
                <a16:creationId xmlns:a16="http://schemas.microsoft.com/office/drawing/2014/main" id="{79ECAC21-0997-498E-6606-68415E1D25FD}"/>
              </a:ext>
            </a:extLst>
          </p:cNvPr>
          <p:cNvPicPr>
            <a:picLocks noChangeAspect="1"/>
          </p:cNvPicPr>
          <p:nvPr userDrawn="1"/>
        </p:nvPicPr>
        <p:blipFill>
          <a:blip r:embed="rId2"/>
          <a:stretch>
            <a:fillRect/>
          </a:stretch>
        </p:blipFill>
        <p:spPr>
          <a:xfrm>
            <a:off x="4534762" y="2697976"/>
            <a:ext cx="3122475" cy="1462048"/>
          </a:xfrm>
          <a:prstGeom prst="rect">
            <a:avLst/>
          </a:prstGeom>
        </p:spPr>
      </p:pic>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b="1">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pic>
        <p:nvPicPr>
          <p:cNvPr id="7" name="Picture 6" descr="Logo, icon&#10;&#10;Description automatically generated">
            <a:extLst>
              <a:ext uri="{FF2B5EF4-FFF2-40B4-BE49-F238E27FC236}">
                <a16:creationId xmlns:a16="http://schemas.microsoft.com/office/drawing/2014/main" id="{7AE54418-E074-3C35-A819-F8A25EB663A7}"/>
              </a:ext>
            </a:extLst>
          </p:cNvPr>
          <p:cNvPicPr>
            <a:picLocks noChangeAspect="1"/>
          </p:cNvPicPr>
          <p:nvPr userDrawn="1"/>
        </p:nvPicPr>
        <p:blipFill>
          <a:blip r:embed="rId2"/>
          <a:stretch>
            <a:fillRect/>
          </a:stretch>
        </p:blipFill>
        <p:spPr>
          <a:xfrm>
            <a:off x="10882084" y="6204198"/>
            <a:ext cx="943431" cy="288677"/>
          </a:xfrm>
          <a:prstGeom prst="rect">
            <a:avLst/>
          </a:prstGeom>
        </p:spPr>
      </p:pic>
      <p:grpSp>
        <p:nvGrpSpPr>
          <p:cNvPr id="23" name="Group 22">
            <a:extLst>
              <a:ext uri="{FF2B5EF4-FFF2-40B4-BE49-F238E27FC236}">
                <a16:creationId xmlns:a16="http://schemas.microsoft.com/office/drawing/2014/main" id="{17401D91-E97C-586A-17A9-F67298F86C88}"/>
              </a:ext>
            </a:extLst>
          </p:cNvPr>
          <p:cNvGrpSpPr/>
          <p:nvPr userDrawn="1"/>
        </p:nvGrpSpPr>
        <p:grpSpPr>
          <a:xfrm>
            <a:off x="391330" y="395780"/>
            <a:ext cx="2129636" cy="1518911"/>
            <a:chOff x="391330" y="395780"/>
            <a:chExt cx="2129636" cy="1518911"/>
          </a:xfrm>
        </p:grpSpPr>
        <p:sp>
          <p:nvSpPr>
            <p:cNvPr id="10" name="Oval 9">
              <a:extLst>
                <a:ext uri="{FF2B5EF4-FFF2-40B4-BE49-F238E27FC236}">
                  <a16:creationId xmlns:a16="http://schemas.microsoft.com/office/drawing/2014/main" id="{AFA665D7-34D0-4262-B345-9B1A1BA8DA17}"/>
                </a:ext>
              </a:extLst>
            </p:cNvPr>
            <p:cNvSpPr/>
            <p:nvPr userDrawn="1"/>
          </p:nvSpPr>
          <p:spPr>
            <a:xfrm flipV="1">
              <a:off x="396251" y="395780"/>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CC74FFFE-FF92-1D1F-3647-A8E8662DAFE6}"/>
                </a:ext>
              </a:extLst>
            </p:cNvPr>
            <p:cNvSpPr/>
            <p:nvPr userDrawn="1"/>
          </p:nvSpPr>
          <p:spPr>
            <a:xfrm flipV="1">
              <a:off x="994586" y="395780"/>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7A013589-9048-1B33-EEC3-75942A22275E}"/>
                </a:ext>
              </a:extLst>
            </p:cNvPr>
            <p:cNvSpPr/>
            <p:nvPr userDrawn="1"/>
          </p:nvSpPr>
          <p:spPr>
            <a:xfrm flipV="1">
              <a:off x="1591239" y="395780"/>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FBA49887-63B4-6AF3-C55B-48CABB2B5921}"/>
                </a:ext>
              </a:extLst>
            </p:cNvPr>
            <p:cNvSpPr/>
            <p:nvPr userDrawn="1"/>
          </p:nvSpPr>
          <p:spPr>
            <a:xfrm flipV="1">
              <a:off x="2192938" y="395780"/>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F2F9DB1A-0DF9-90D8-EACF-77E95FEDE8DC}"/>
                </a:ext>
              </a:extLst>
            </p:cNvPr>
            <p:cNvSpPr/>
            <p:nvPr userDrawn="1"/>
          </p:nvSpPr>
          <p:spPr>
            <a:xfrm flipV="1">
              <a:off x="991347" y="1581937"/>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B7158875-5E4B-1C6B-7717-03EE17B5BC28}"/>
                </a:ext>
              </a:extLst>
            </p:cNvPr>
            <p:cNvSpPr/>
            <p:nvPr userDrawn="1"/>
          </p:nvSpPr>
          <p:spPr>
            <a:xfrm flipV="1">
              <a:off x="396251" y="982908"/>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E8EA8529-3199-4E0F-5976-681EA1860B2B}"/>
                </a:ext>
              </a:extLst>
            </p:cNvPr>
            <p:cNvSpPr/>
            <p:nvPr userDrawn="1"/>
          </p:nvSpPr>
          <p:spPr>
            <a:xfrm flipV="1">
              <a:off x="994586" y="973764"/>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13A88D9D-5D84-8456-4635-914B009BE3FA}"/>
                </a:ext>
              </a:extLst>
            </p:cNvPr>
            <p:cNvSpPr/>
            <p:nvPr userDrawn="1"/>
          </p:nvSpPr>
          <p:spPr>
            <a:xfrm flipV="1">
              <a:off x="1591239" y="973764"/>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028B3354-3983-F20E-512D-9E96A6D3206B}"/>
                </a:ext>
              </a:extLst>
            </p:cNvPr>
            <p:cNvSpPr/>
            <p:nvPr userDrawn="1"/>
          </p:nvSpPr>
          <p:spPr>
            <a:xfrm flipV="1">
              <a:off x="2192938" y="973764"/>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3F36B254-DBB1-31B7-46D8-D453711EB14B}"/>
                </a:ext>
              </a:extLst>
            </p:cNvPr>
            <p:cNvSpPr/>
            <p:nvPr userDrawn="1"/>
          </p:nvSpPr>
          <p:spPr>
            <a:xfrm flipV="1">
              <a:off x="391330" y="1581937"/>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22C47BCD-24B5-E658-62C1-67280F3978FF}"/>
                </a:ext>
              </a:extLst>
            </p:cNvPr>
            <p:cNvSpPr/>
            <p:nvPr userDrawn="1"/>
          </p:nvSpPr>
          <p:spPr>
            <a:xfrm flipV="1">
              <a:off x="1589682" y="1586663"/>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69957C10-4B13-DEC6-4E42-700DD572D50D}"/>
                </a:ext>
              </a:extLst>
            </p:cNvPr>
            <p:cNvSpPr/>
            <p:nvPr userDrawn="1"/>
          </p:nvSpPr>
          <p:spPr>
            <a:xfrm flipV="1">
              <a:off x="2192938" y="1581937"/>
              <a:ext cx="328028" cy="328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53CE82-FB63-555E-3B3E-4051163D4B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098334" y="939419"/>
            <a:ext cx="7448550" cy="5238750"/>
          </a:xfrm>
          <a:prstGeom prst="rect">
            <a:avLst/>
          </a:prstGeom>
        </p:spPr>
      </p:pic>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lvl1pPr>
              <a:defRPr b="1"/>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7" name="Picture 6" descr="Logo, icon&#10;&#10;Description automatically generated">
            <a:extLst>
              <a:ext uri="{FF2B5EF4-FFF2-40B4-BE49-F238E27FC236}">
                <a16:creationId xmlns:a16="http://schemas.microsoft.com/office/drawing/2014/main" id="{B5BB8E2E-8E9E-3236-05A0-9196B8438B79}"/>
              </a:ext>
            </a:extLst>
          </p:cNvPr>
          <p:cNvPicPr>
            <a:picLocks noChangeAspect="1"/>
          </p:cNvPicPr>
          <p:nvPr userDrawn="1"/>
        </p:nvPicPr>
        <p:blipFill>
          <a:blip r:embed="rId4"/>
          <a:stretch>
            <a:fillRect/>
          </a:stretch>
        </p:blipFill>
        <p:spPr>
          <a:xfrm>
            <a:off x="10882084" y="6204198"/>
            <a:ext cx="943431" cy="288677"/>
          </a:xfrm>
          <a:prstGeom prst="rect">
            <a:avLst/>
          </a:prstGeom>
        </p:spPr>
      </p:pic>
      <p:sp>
        <p:nvSpPr>
          <p:cNvPr id="14" name="Rectangle 13">
            <a:extLst>
              <a:ext uri="{FF2B5EF4-FFF2-40B4-BE49-F238E27FC236}">
                <a16:creationId xmlns:a16="http://schemas.microsoft.com/office/drawing/2014/main" id="{2047C682-3A88-C95B-3DFA-C0CE1FE7D0B9}"/>
              </a:ext>
            </a:extLst>
          </p:cNvPr>
          <p:cNvSpPr/>
          <p:nvPr userDrawn="1"/>
        </p:nvSpPr>
        <p:spPr>
          <a:xfrm>
            <a:off x="6824963" y="1164582"/>
            <a:ext cx="4528836" cy="4528836"/>
          </a:xfrm>
          <a:prstGeom prst="rect">
            <a:avLst/>
          </a:prstGeom>
          <a:blipFill>
            <a:blip r:embed="rId5"/>
            <a:stretch>
              <a:fillRect l="-25000" r="-25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pin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6224" y="1376327"/>
            <a:ext cx="5559552" cy="2514600"/>
          </a:xfrm>
        </p:spPr>
        <p:txBody>
          <a:bodyPr anchor="b"/>
          <a:lstStyle>
            <a:lvl1pPr algn="ctr">
              <a:defRPr sz="6000">
                <a:solidFill>
                  <a:schemeClr val="accent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descr="Logo, icon&#10;&#10;Description automatically generated">
            <a:extLst>
              <a:ext uri="{FF2B5EF4-FFF2-40B4-BE49-F238E27FC236}">
                <a16:creationId xmlns:a16="http://schemas.microsoft.com/office/drawing/2014/main" id="{5C25FD72-A108-D99B-35D7-235FA110DCDA}"/>
              </a:ext>
            </a:extLst>
          </p:cNvPr>
          <p:cNvPicPr>
            <a:picLocks noChangeAspect="1"/>
          </p:cNvPicPr>
          <p:nvPr userDrawn="1"/>
        </p:nvPicPr>
        <p:blipFill>
          <a:blip r:embed="rId2"/>
          <a:stretch>
            <a:fillRect/>
          </a:stretch>
        </p:blipFill>
        <p:spPr>
          <a:xfrm>
            <a:off x="10882084" y="6204198"/>
            <a:ext cx="943431" cy="288677"/>
          </a:xfrm>
          <a:prstGeom prst="rect">
            <a:avLst/>
          </a:prstGeom>
        </p:spPr>
      </p:pic>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1_Section Header(light blu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6224" y="1376327"/>
            <a:ext cx="5559552" cy="2514600"/>
          </a:xfrm>
        </p:spPr>
        <p:txBody>
          <a:bodyPr anchor="b"/>
          <a:lstStyle>
            <a:lvl1pPr algn="ctr">
              <a:defRPr sz="60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descr="Logo, icon&#10;&#10;Description automatically generated">
            <a:extLst>
              <a:ext uri="{FF2B5EF4-FFF2-40B4-BE49-F238E27FC236}">
                <a16:creationId xmlns:a16="http://schemas.microsoft.com/office/drawing/2014/main" id="{5C25FD72-A108-D99B-35D7-235FA110DCDA}"/>
              </a:ext>
            </a:extLst>
          </p:cNvPr>
          <p:cNvPicPr>
            <a:picLocks noChangeAspect="1"/>
          </p:cNvPicPr>
          <p:nvPr userDrawn="1"/>
        </p:nvPicPr>
        <p:blipFill>
          <a:blip r:embed="rId2"/>
          <a:stretch>
            <a:fillRect/>
          </a:stretch>
        </p:blipFill>
        <p:spPr>
          <a:xfrm>
            <a:off x="10882084" y="6204198"/>
            <a:ext cx="943431" cy="288677"/>
          </a:xfrm>
          <a:prstGeom prst="rect">
            <a:avLst/>
          </a:prstGeom>
        </p:spPr>
      </p:pic>
    </p:spTree>
    <p:extLst>
      <p:ext uri="{BB962C8B-B14F-4D97-AF65-F5344CB8AC3E}">
        <p14:creationId xmlns:p14="http://schemas.microsoft.com/office/powerpoint/2010/main" val="3857222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ne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6224" y="1376327"/>
            <a:ext cx="5559552" cy="2514600"/>
          </a:xfrm>
        </p:spPr>
        <p:txBody>
          <a:bodyPr anchor="b"/>
          <a:lstStyle>
            <a:lvl1pPr algn="ctr">
              <a:defRPr sz="60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descr="Logo, icon&#10;&#10;Description automatically generated">
            <a:extLst>
              <a:ext uri="{FF2B5EF4-FFF2-40B4-BE49-F238E27FC236}">
                <a16:creationId xmlns:a16="http://schemas.microsoft.com/office/drawing/2014/main" id="{5C25FD72-A108-D99B-35D7-235FA110DCDA}"/>
              </a:ext>
            </a:extLst>
          </p:cNvPr>
          <p:cNvPicPr>
            <a:picLocks noChangeAspect="1"/>
          </p:cNvPicPr>
          <p:nvPr userDrawn="1"/>
        </p:nvPicPr>
        <p:blipFill>
          <a:blip r:embed="rId2"/>
          <a:stretch>
            <a:fillRect/>
          </a:stretch>
        </p:blipFill>
        <p:spPr>
          <a:xfrm>
            <a:off x="10882084" y="6204198"/>
            <a:ext cx="943431" cy="288677"/>
          </a:xfrm>
          <a:prstGeom prst="rect">
            <a:avLst/>
          </a:prstGeom>
        </p:spPr>
      </p:pic>
    </p:spTree>
    <p:extLst>
      <p:ext uri="{BB962C8B-B14F-4D97-AF65-F5344CB8AC3E}">
        <p14:creationId xmlns:p14="http://schemas.microsoft.com/office/powerpoint/2010/main" val="3094134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Logo, icon&#10;&#10;Description automatically generated">
            <a:extLst>
              <a:ext uri="{FF2B5EF4-FFF2-40B4-BE49-F238E27FC236}">
                <a16:creationId xmlns:a16="http://schemas.microsoft.com/office/drawing/2014/main" id="{36DF556E-F5D0-B5C9-DC85-DE38F3A9F8CD}"/>
              </a:ext>
            </a:extLst>
          </p:cNvPr>
          <p:cNvPicPr>
            <a:picLocks noChangeAspect="1"/>
          </p:cNvPicPr>
          <p:nvPr userDrawn="1"/>
        </p:nvPicPr>
        <p:blipFill>
          <a:blip r:embed="rId2"/>
          <a:stretch>
            <a:fillRect/>
          </a:stretch>
        </p:blipFill>
        <p:spPr>
          <a:xfrm>
            <a:off x="10882084" y="6204198"/>
            <a:ext cx="943431" cy="288677"/>
          </a:xfrm>
          <a:prstGeom prst="rect">
            <a:avLst/>
          </a:prstGeom>
        </p:spPr>
      </p:pic>
    </p:spTree>
    <p:extLst>
      <p:ext uri="{BB962C8B-B14F-4D97-AF65-F5344CB8AC3E}">
        <p14:creationId xmlns:p14="http://schemas.microsoft.com/office/powerpoint/2010/main" val="3975081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Logo, icon&#10;&#10;Description automatically generated">
            <a:extLst>
              <a:ext uri="{FF2B5EF4-FFF2-40B4-BE49-F238E27FC236}">
                <a16:creationId xmlns:a16="http://schemas.microsoft.com/office/drawing/2014/main" id="{81D53D5B-8892-63D7-DFC8-C23C10ECED71}"/>
              </a:ext>
            </a:extLst>
          </p:cNvPr>
          <p:cNvPicPr>
            <a:picLocks noChangeAspect="1"/>
          </p:cNvPicPr>
          <p:nvPr userDrawn="1"/>
        </p:nvPicPr>
        <p:blipFill>
          <a:blip r:embed="rId2"/>
          <a:stretch>
            <a:fillRect/>
          </a:stretch>
        </p:blipFill>
        <p:spPr>
          <a:xfrm>
            <a:off x="10882084" y="6204198"/>
            <a:ext cx="943431" cy="288677"/>
          </a:xfrm>
          <a:prstGeom prst="rect">
            <a:avLst/>
          </a:prstGeom>
        </p:spPr>
      </p:pic>
      <p:pic>
        <p:nvPicPr>
          <p:cNvPr id="11" name="Graphic 10">
            <a:extLst>
              <a:ext uri="{FF2B5EF4-FFF2-40B4-BE49-F238E27FC236}">
                <a16:creationId xmlns:a16="http://schemas.microsoft.com/office/drawing/2014/main" id="{EB005B36-C806-040D-4D68-AFED0DDA83D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211931" y="5505938"/>
            <a:ext cx="12192000" cy="529799"/>
          </a:xfrm>
          <a:prstGeom prst="rect">
            <a:avLst/>
          </a:prstGeom>
        </p:spPr>
      </p:pic>
      <p:grpSp>
        <p:nvGrpSpPr>
          <p:cNvPr id="25" name="Group 24">
            <a:extLst>
              <a:ext uri="{FF2B5EF4-FFF2-40B4-BE49-F238E27FC236}">
                <a16:creationId xmlns:a16="http://schemas.microsoft.com/office/drawing/2014/main" id="{9663314F-1A3B-1BD8-AEFE-B9585BD61A36}"/>
              </a:ext>
            </a:extLst>
          </p:cNvPr>
          <p:cNvGrpSpPr/>
          <p:nvPr userDrawn="1"/>
        </p:nvGrpSpPr>
        <p:grpSpPr>
          <a:xfrm>
            <a:off x="9928478" y="-125472"/>
            <a:ext cx="2129636" cy="1518911"/>
            <a:chOff x="9928478" y="-125472"/>
            <a:chExt cx="2129636" cy="1518911"/>
          </a:xfrm>
        </p:grpSpPr>
        <p:sp>
          <p:nvSpPr>
            <p:cNvPr id="13" name="Oval 12">
              <a:extLst>
                <a:ext uri="{FF2B5EF4-FFF2-40B4-BE49-F238E27FC236}">
                  <a16:creationId xmlns:a16="http://schemas.microsoft.com/office/drawing/2014/main" id="{32351B9C-EB54-D6B0-806A-CCD72A8E37FF}"/>
                </a:ext>
              </a:extLst>
            </p:cNvPr>
            <p:cNvSpPr/>
            <p:nvPr userDrawn="1"/>
          </p:nvSpPr>
          <p:spPr>
            <a:xfrm flipV="1">
              <a:off x="9933399" y="-125472"/>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C19AE2A3-82BD-C722-6AED-843C7F57D023}"/>
                </a:ext>
              </a:extLst>
            </p:cNvPr>
            <p:cNvSpPr/>
            <p:nvPr userDrawn="1"/>
          </p:nvSpPr>
          <p:spPr>
            <a:xfrm flipV="1">
              <a:off x="10531734" y="-125472"/>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3AB00EB7-3A47-38E2-B91D-76A5B8252E3D}"/>
                </a:ext>
              </a:extLst>
            </p:cNvPr>
            <p:cNvSpPr/>
            <p:nvPr userDrawn="1"/>
          </p:nvSpPr>
          <p:spPr>
            <a:xfrm flipV="1">
              <a:off x="11128387" y="-125472"/>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A92BB0B4-826D-F967-1EC4-EC0EE55AB120}"/>
                </a:ext>
              </a:extLst>
            </p:cNvPr>
            <p:cNvSpPr/>
            <p:nvPr userDrawn="1"/>
          </p:nvSpPr>
          <p:spPr>
            <a:xfrm flipV="1">
              <a:off x="11730086" y="-125472"/>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24E33AD7-0BCF-3C98-963A-02355237C3B5}"/>
                </a:ext>
              </a:extLst>
            </p:cNvPr>
            <p:cNvSpPr/>
            <p:nvPr userDrawn="1"/>
          </p:nvSpPr>
          <p:spPr>
            <a:xfrm flipV="1">
              <a:off x="10528495" y="1060685"/>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BACDD12A-C5F5-E6A8-28DE-3B1E53CEA1B1}"/>
                </a:ext>
              </a:extLst>
            </p:cNvPr>
            <p:cNvSpPr/>
            <p:nvPr userDrawn="1"/>
          </p:nvSpPr>
          <p:spPr>
            <a:xfrm flipV="1">
              <a:off x="9933399" y="461656"/>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833A0F3C-A6B5-46E8-B729-CCF26F64E4FA}"/>
                </a:ext>
              </a:extLst>
            </p:cNvPr>
            <p:cNvSpPr/>
            <p:nvPr userDrawn="1"/>
          </p:nvSpPr>
          <p:spPr>
            <a:xfrm flipV="1">
              <a:off x="10531734" y="452512"/>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921A1422-8D70-BFBC-6B05-CC0BD2D90D90}"/>
                </a:ext>
              </a:extLst>
            </p:cNvPr>
            <p:cNvSpPr/>
            <p:nvPr userDrawn="1"/>
          </p:nvSpPr>
          <p:spPr>
            <a:xfrm flipV="1">
              <a:off x="11128387" y="452512"/>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E16B1E4B-AE70-F1BC-C121-4F5BCCF9EA13}"/>
                </a:ext>
              </a:extLst>
            </p:cNvPr>
            <p:cNvSpPr/>
            <p:nvPr userDrawn="1"/>
          </p:nvSpPr>
          <p:spPr>
            <a:xfrm flipV="1">
              <a:off x="11730086" y="452512"/>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8D6CC198-A0B2-0C81-E3BC-3D116CF1D04E}"/>
                </a:ext>
              </a:extLst>
            </p:cNvPr>
            <p:cNvSpPr/>
            <p:nvPr userDrawn="1"/>
          </p:nvSpPr>
          <p:spPr>
            <a:xfrm flipV="1">
              <a:off x="9928478" y="1060685"/>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3C438695-B653-9712-3020-EF2575122BEE}"/>
                </a:ext>
              </a:extLst>
            </p:cNvPr>
            <p:cNvSpPr/>
            <p:nvPr userDrawn="1"/>
          </p:nvSpPr>
          <p:spPr>
            <a:xfrm flipV="1">
              <a:off x="11126830" y="1065411"/>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D0BD4651-7E2F-2D96-6B43-0F5DD858DFA3}"/>
                </a:ext>
              </a:extLst>
            </p:cNvPr>
            <p:cNvSpPr/>
            <p:nvPr userDrawn="1"/>
          </p:nvSpPr>
          <p:spPr>
            <a:xfrm flipV="1">
              <a:off x="11730086" y="1060685"/>
              <a:ext cx="328028" cy="328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898923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4211718" y="5139767"/>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Title 1">
            <a:extLst>
              <a:ext uri="{FF2B5EF4-FFF2-40B4-BE49-F238E27FC236}">
                <a16:creationId xmlns:a16="http://schemas.microsoft.com/office/drawing/2014/main" id="{2F5972D7-6DBA-6003-9BD2-D7265E3F352D}"/>
              </a:ext>
            </a:extLst>
          </p:cNvPr>
          <p:cNvSpPr>
            <a:spLocks noGrp="1"/>
          </p:cNvSpPr>
          <p:nvPr>
            <p:ph type="title"/>
          </p:nvPr>
        </p:nvSpPr>
        <p:spPr>
          <a:xfrm>
            <a:off x="4211718" y="3630212"/>
            <a:ext cx="5120640" cy="1325880"/>
          </a:xfrm>
        </p:spPr>
        <p:txBody>
          <a:bodyPr/>
          <a:lstStyle/>
          <a:p>
            <a:r>
              <a:rPr lang="en-US"/>
              <a:t>Click to edit Master title style</a:t>
            </a:r>
          </a:p>
        </p:txBody>
      </p:sp>
    </p:spTree>
    <p:extLst>
      <p:ext uri="{BB962C8B-B14F-4D97-AF65-F5344CB8AC3E}">
        <p14:creationId xmlns:p14="http://schemas.microsoft.com/office/powerpoint/2010/main" val="220328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Logo, icon&#10;&#10;Description automatically generated">
            <a:extLst>
              <a:ext uri="{FF2B5EF4-FFF2-40B4-BE49-F238E27FC236}">
                <a16:creationId xmlns:a16="http://schemas.microsoft.com/office/drawing/2014/main" id="{DFDE1EFD-BB6D-2D19-B688-AD6C2C386D97}"/>
              </a:ext>
            </a:extLst>
          </p:cNvPr>
          <p:cNvPicPr>
            <a:picLocks noChangeAspect="1"/>
          </p:cNvPicPr>
          <p:nvPr userDrawn="1"/>
        </p:nvPicPr>
        <p:blipFill>
          <a:blip r:embed="rId2"/>
          <a:stretch>
            <a:fillRect/>
          </a:stretch>
        </p:blipFill>
        <p:spPr>
          <a:xfrm>
            <a:off x="10882084" y="6204198"/>
            <a:ext cx="943431" cy="288677"/>
          </a:xfrm>
          <a:prstGeom prst="rect">
            <a:avLst/>
          </a:prstGeom>
        </p:spPr>
      </p:pic>
      <p:pic>
        <p:nvPicPr>
          <p:cNvPr id="12" name="Graphic 11">
            <a:extLst>
              <a:ext uri="{FF2B5EF4-FFF2-40B4-BE49-F238E27FC236}">
                <a16:creationId xmlns:a16="http://schemas.microsoft.com/office/drawing/2014/main" id="{4E4C4978-9680-A7F2-89E4-1890CB7DC6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36181" y="337890"/>
            <a:ext cx="7097890" cy="1286980"/>
          </a:xfrm>
          <a:prstGeom prst="rect">
            <a:avLst/>
          </a:prstGeom>
        </p:spPr>
      </p:pic>
    </p:spTree>
    <p:extLst>
      <p:ext uri="{BB962C8B-B14F-4D97-AF65-F5344CB8AC3E}">
        <p14:creationId xmlns:p14="http://schemas.microsoft.com/office/powerpoint/2010/main" val="576906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descr="Logo, icon&#10;&#10;Description automatically generated">
            <a:extLst>
              <a:ext uri="{FF2B5EF4-FFF2-40B4-BE49-F238E27FC236}">
                <a16:creationId xmlns:a16="http://schemas.microsoft.com/office/drawing/2014/main" id="{2E54F36A-5E72-098F-E1FB-7B2B7B21D01C}"/>
              </a:ext>
            </a:extLst>
          </p:cNvPr>
          <p:cNvPicPr>
            <a:picLocks noChangeAspect="1"/>
          </p:cNvPicPr>
          <p:nvPr userDrawn="1"/>
        </p:nvPicPr>
        <p:blipFill>
          <a:blip r:embed="rId2"/>
          <a:stretch>
            <a:fillRect/>
          </a:stretch>
        </p:blipFill>
        <p:spPr>
          <a:xfrm>
            <a:off x="10882084" y="6204198"/>
            <a:ext cx="943431" cy="288677"/>
          </a:xfrm>
          <a:prstGeom prst="rect">
            <a:avLst/>
          </a:prstGeom>
        </p:spPr>
      </p:pic>
    </p:spTree>
    <p:extLst>
      <p:ext uri="{BB962C8B-B14F-4D97-AF65-F5344CB8AC3E}">
        <p14:creationId xmlns:p14="http://schemas.microsoft.com/office/powerpoint/2010/main" val="95594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descr="Logo, icon&#10;&#10;Description automatically generated">
            <a:extLst>
              <a:ext uri="{FF2B5EF4-FFF2-40B4-BE49-F238E27FC236}">
                <a16:creationId xmlns:a16="http://schemas.microsoft.com/office/drawing/2014/main" id="{57B93C3F-90D7-3E64-AB5A-547763F04190}"/>
              </a:ext>
            </a:extLst>
          </p:cNvPr>
          <p:cNvPicPr>
            <a:picLocks noChangeAspect="1"/>
          </p:cNvPicPr>
          <p:nvPr userDrawn="1"/>
        </p:nvPicPr>
        <p:blipFill>
          <a:blip r:embed="rId2"/>
          <a:stretch>
            <a:fillRect/>
          </a:stretch>
        </p:blipFill>
        <p:spPr>
          <a:xfrm>
            <a:off x="10882084" y="6204198"/>
            <a:ext cx="943431" cy="288677"/>
          </a:xfrm>
          <a:prstGeom prst="rect">
            <a:avLst/>
          </a:prstGeom>
        </p:spPr>
      </p:pic>
      <p:pic>
        <p:nvPicPr>
          <p:cNvPr id="15" name="Graphic 14">
            <a:extLst>
              <a:ext uri="{FF2B5EF4-FFF2-40B4-BE49-F238E27FC236}">
                <a16:creationId xmlns:a16="http://schemas.microsoft.com/office/drawing/2014/main" id="{4DDF54BC-1114-B0BE-E45A-1E83C5A20C2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223512" y="758245"/>
            <a:ext cx="12192000" cy="529799"/>
          </a:xfrm>
          <a:prstGeom prst="rect">
            <a:avLst/>
          </a:prstGeom>
        </p:spPr>
      </p:pic>
    </p:spTree>
    <p:extLst>
      <p:ext uri="{BB962C8B-B14F-4D97-AF65-F5344CB8AC3E}">
        <p14:creationId xmlns:p14="http://schemas.microsoft.com/office/powerpoint/2010/main" val="567273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815252B-B0B4-6554-3803-33952C78180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12300" y="256976"/>
            <a:ext cx="8455868" cy="5947222"/>
          </a:xfrm>
          <a:prstGeom prst="rect">
            <a:avLst/>
          </a:prstGeom>
        </p:spPr>
      </p:pic>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6" name="Picture 5" descr="Logo, icon&#10;&#10;Description automatically generated">
            <a:extLst>
              <a:ext uri="{FF2B5EF4-FFF2-40B4-BE49-F238E27FC236}">
                <a16:creationId xmlns:a16="http://schemas.microsoft.com/office/drawing/2014/main" id="{8970A7C3-0A96-7643-BAD9-F3C41E6E4D7B}"/>
              </a:ext>
            </a:extLst>
          </p:cNvPr>
          <p:cNvPicPr>
            <a:picLocks noChangeAspect="1"/>
          </p:cNvPicPr>
          <p:nvPr userDrawn="1"/>
        </p:nvPicPr>
        <p:blipFill>
          <a:blip r:embed="rId4"/>
          <a:stretch>
            <a:fillRect/>
          </a:stretch>
        </p:blipFill>
        <p:spPr>
          <a:xfrm>
            <a:off x="10882084" y="6204198"/>
            <a:ext cx="943431" cy="288677"/>
          </a:xfrm>
          <a:prstGeom prst="rect">
            <a:avLst/>
          </a:prstGeom>
        </p:spPr>
      </p:pic>
      <p:sp>
        <p:nvSpPr>
          <p:cNvPr id="9" name="Rectangle 8">
            <a:extLst>
              <a:ext uri="{FF2B5EF4-FFF2-40B4-BE49-F238E27FC236}">
                <a16:creationId xmlns:a16="http://schemas.microsoft.com/office/drawing/2014/main" id="{D5323759-A04D-9A5D-7FBA-CD2708283EB0}"/>
              </a:ext>
            </a:extLst>
          </p:cNvPr>
          <p:cNvSpPr/>
          <p:nvPr userDrawn="1"/>
        </p:nvSpPr>
        <p:spPr>
          <a:xfrm>
            <a:off x="7809948" y="1903896"/>
            <a:ext cx="3538330" cy="3538330"/>
          </a:xfrm>
          <a:prstGeom prst="rect">
            <a:avLst/>
          </a:prstGeom>
          <a:blipFill>
            <a:blip r:embed="rId5"/>
            <a:stretch>
              <a:fillRect l="-25000" r="-25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F580D21C-1FB5-8911-DC4A-A769C96141FA}"/>
              </a:ext>
            </a:extLst>
          </p:cNvPr>
          <p:cNvSpPr/>
          <p:nvPr userDrawn="1"/>
        </p:nvSpPr>
        <p:spPr>
          <a:xfrm>
            <a:off x="7039113" y="942594"/>
            <a:ext cx="2244918" cy="2244918"/>
          </a:xfrm>
          <a:prstGeom prst="rect">
            <a:avLst/>
          </a:prstGeom>
          <a:blipFill>
            <a:blip r:embed="rId5"/>
            <a:stretch>
              <a:fillRect l="-25000" r="-25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13178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6E3F9F4-E4DC-67B3-15FB-2E09E61EA638}"/>
              </a:ext>
            </a:extLst>
          </p:cNvPr>
          <p:cNvSpPr/>
          <p:nvPr userDrawn="1"/>
        </p:nvSpPr>
        <p:spPr>
          <a:xfrm rot="18901559">
            <a:off x="1795460" y="-1783989"/>
            <a:ext cx="4134678" cy="11894231"/>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pic>
        <p:nvPicPr>
          <p:cNvPr id="6" name="Picture 5" descr="Logo, icon&#10;&#10;Description automatically generated">
            <a:extLst>
              <a:ext uri="{FF2B5EF4-FFF2-40B4-BE49-F238E27FC236}">
                <a16:creationId xmlns:a16="http://schemas.microsoft.com/office/drawing/2014/main" id="{DE015DEB-D077-A9BC-974A-C31AC1974823}"/>
              </a:ext>
            </a:extLst>
          </p:cNvPr>
          <p:cNvPicPr>
            <a:picLocks noChangeAspect="1"/>
          </p:cNvPicPr>
          <p:nvPr userDrawn="1"/>
        </p:nvPicPr>
        <p:blipFill>
          <a:blip r:embed="rId2"/>
          <a:stretch>
            <a:fillRect/>
          </a:stretch>
        </p:blipFill>
        <p:spPr>
          <a:xfrm>
            <a:off x="10882084" y="6204198"/>
            <a:ext cx="943431" cy="288677"/>
          </a:xfrm>
          <a:prstGeom prst="rect">
            <a:avLst/>
          </a:prstGeom>
        </p:spPr>
      </p:pic>
      <p:grpSp>
        <p:nvGrpSpPr>
          <p:cNvPr id="32" name="Group 31">
            <a:extLst>
              <a:ext uri="{FF2B5EF4-FFF2-40B4-BE49-F238E27FC236}">
                <a16:creationId xmlns:a16="http://schemas.microsoft.com/office/drawing/2014/main" id="{C3A8B179-B9FB-329C-320E-60DA265444D3}"/>
              </a:ext>
            </a:extLst>
          </p:cNvPr>
          <p:cNvGrpSpPr/>
          <p:nvPr userDrawn="1"/>
        </p:nvGrpSpPr>
        <p:grpSpPr>
          <a:xfrm>
            <a:off x="656374" y="4733659"/>
            <a:ext cx="2129636" cy="1518911"/>
            <a:chOff x="2953417" y="360441"/>
            <a:chExt cx="2129636" cy="1518911"/>
          </a:xfrm>
        </p:grpSpPr>
        <p:sp>
          <p:nvSpPr>
            <p:cNvPr id="17" name="Oval 16">
              <a:extLst>
                <a:ext uri="{FF2B5EF4-FFF2-40B4-BE49-F238E27FC236}">
                  <a16:creationId xmlns:a16="http://schemas.microsoft.com/office/drawing/2014/main" id="{D45D6649-55AC-633A-BFF8-62FC423B7A90}"/>
                </a:ext>
              </a:extLst>
            </p:cNvPr>
            <p:cNvSpPr/>
            <p:nvPr userDrawn="1"/>
          </p:nvSpPr>
          <p:spPr>
            <a:xfrm flipV="1">
              <a:off x="2958338" y="360441"/>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B672D907-49D8-483A-A239-E21CBA2111A5}"/>
                </a:ext>
              </a:extLst>
            </p:cNvPr>
            <p:cNvSpPr/>
            <p:nvPr userDrawn="1"/>
          </p:nvSpPr>
          <p:spPr>
            <a:xfrm flipV="1">
              <a:off x="3556673" y="360441"/>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96F82E99-E20C-54F2-67B0-4B841B94C290}"/>
                </a:ext>
              </a:extLst>
            </p:cNvPr>
            <p:cNvSpPr/>
            <p:nvPr userDrawn="1"/>
          </p:nvSpPr>
          <p:spPr>
            <a:xfrm flipV="1">
              <a:off x="4153326" y="360441"/>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8AF692DD-FFE3-FB2E-90C5-B1ABE4EC013C}"/>
                </a:ext>
              </a:extLst>
            </p:cNvPr>
            <p:cNvSpPr/>
            <p:nvPr userDrawn="1"/>
          </p:nvSpPr>
          <p:spPr>
            <a:xfrm flipV="1">
              <a:off x="4755025" y="360441"/>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31471682-0A4F-ABCC-39FE-643F771CC942}"/>
                </a:ext>
              </a:extLst>
            </p:cNvPr>
            <p:cNvSpPr/>
            <p:nvPr userDrawn="1"/>
          </p:nvSpPr>
          <p:spPr>
            <a:xfrm flipV="1">
              <a:off x="3553434" y="1546598"/>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04C6FCF9-DE39-5CD8-51B5-8199FF56587F}"/>
                </a:ext>
              </a:extLst>
            </p:cNvPr>
            <p:cNvSpPr/>
            <p:nvPr userDrawn="1"/>
          </p:nvSpPr>
          <p:spPr>
            <a:xfrm flipV="1">
              <a:off x="2958338" y="947569"/>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04559581-0106-13CD-3051-780E115FE092}"/>
                </a:ext>
              </a:extLst>
            </p:cNvPr>
            <p:cNvSpPr/>
            <p:nvPr userDrawn="1"/>
          </p:nvSpPr>
          <p:spPr>
            <a:xfrm flipV="1">
              <a:off x="3556673" y="938425"/>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0E9E818E-BDBD-B8BC-CD7C-13B574E8753D}"/>
                </a:ext>
              </a:extLst>
            </p:cNvPr>
            <p:cNvSpPr/>
            <p:nvPr userDrawn="1"/>
          </p:nvSpPr>
          <p:spPr>
            <a:xfrm flipV="1">
              <a:off x="4153326" y="938425"/>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F6090F1F-E8C1-479C-B6F9-610D912BD328}"/>
                </a:ext>
              </a:extLst>
            </p:cNvPr>
            <p:cNvSpPr/>
            <p:nvPr userDrawn="1"/>
          </p:nvSpPr>
          <p:spPr>
            <a:xfrm flipV="1">
              <a:off x="4755025" y="938425"/>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138349E4-6878-FBE6-0524-08D50FB1D737}"/>
                </a:ext>
              </a:extLst>
            </p:cNvPr>
            <p:cNvSpPr/>
            <p:nvPr userDrawn="1"/>
          </p:nvSpPr>
          <p:spPr>
            <a:xfrm flipV="1">
              <a:off x="2953417" y="1546598"/>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CDA5F8B0-E395-81D6-B69A-EC0BDEDB9AFB}"/>
                </a:ext>
              </a:extLst>
            </p:cNvPr>
            <p:cNvSpPr/>
            <p:nvPr userDrawn="1"/>
          </p:nvSpPr>
          <p:spPr>
            <a:xfrm flipV="1">
              <a:off x="4151769" y="1551324"/>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Oval 30">
              <a:extLst>
                <a:ext uri="{FF2B5EF4-FFF2-40B4-BE49-F238E27FC236}">
                  <a16:creationId xmlns:a16="http://schemas.microsoft.com/office/drawing/2014/main" id="{56FA7EBF-B4F0-5876-560A-37A4812D2E25}"/>
                </a:ext>
              </a:extLst>
            </p:cNvPr>
            <p:cNvSpPr/>
            <p:nvPr userDrawn="1"/>
          </p:nvSpPr>
          <p:spPr>
            <a:xfrm flipV="1">
              <a:off x="4755025" y="1546598"/>
              <a:ext cx="328028" cy="328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82677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Logo, icon&#10;&#10;Description automatically generated">
            <a:extLst>
              <a:ext uri="{FF2B5EF4-FFF2-40B4-BE49-F238E27FC236}">
                <a16:creationId xmlns:a16="http://schemas.microsoft.com/office/drawing/2014/main" id="{6EBD14B1-ED95-8019-5807-A19A2E6DA4A9}"/>
              </a:ext>
            </a:extLst>
          </p:cNvPr>
          <p:cNvPicPr>
            <a:picLocks noChangeAspect="1"/>
          </p:cNvPicPr>
          <p:nvPr userDrawn="1"/>
        </p:nvPicPr>
        <p:blipFill>
          <a:blip r:embed="rId2"/>
          <a:stretch>
            <a:fillRect/>
          </a:stretch>
        </p:blipFill>
        <p:spPr>
          <a:xfrm>
            <a:off x="10882084" y="6204198"/>
            <a:ext cx="943431" cy="288677"/>
          </a:xfrm>
          <a:prstGeom prst="rect">
            <a:avLst/>
          </a:prstGeom>
        </p:spPr>
      </p:pic>
    </p:spTree>
    <p:extLst>
      <p:ext uri="{BB962C8B-B14F-4D97-AF65-F5344CB8AC3E}">
        <p14:creationId xmlns:p14="http://schemas.microsoft.com/office/powerpoint/2010/main" val="2294648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89" r:id="rId5"/>
    <p:sldLayoutId id="2147483790" r:id="rId6"/>
    <p:sldLayoutId id="2147483770" r:id="rId7"/>
    <p:sldLayoutId id="2147483774" r:id="rId8"/>
    <p:sldLayoutId id="2147483783" r:id="rId9"/>
    <p:sldLayoutId id="2147483772" r:id="rId10"/>
    <p:sldLayoutId id="2147483773" r:id="rId11"/>
    <p:sldLayoutId id="2147483785" r:id="rId12"/>
    <p:sldLayoutId id="2147483786" r:id="rId13"/>
    <p:sldLayoutId id="2147483787" r:id="rId14"/>
    <p:sldLayoutId id="2147483775" r:id="rId15"/>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30AAA8-6CD6-3F94-0456-5442768C1AF3}"/>
              </a:ext>
            </a:extLst>
          </p:cNvPr>
          <p:cNvSpPr txBox="1"/>
          <p:nvPr/>
        </p:nvSpPr>
        <p:spPr>
          <a:xfrm>
            <a:off x="210880" y="418454"/>
            <a:ext cx="10042901" cy="923330"/>
          </a:xfrm>
          <a:prstGeom prst="rect">
            <a:avLst/>
          </a:prstGeom>
          <a:noFill/>
        </p:spPr>
        <p:txBody>
          <a:bodyPr wrap="square" rtlCol="0">
            <a:spAutoFit/>
          </a:bodyPr>
          <a:lstStyle/>
          <a:p>
            <a:pPr marL="285750" indent="-285750">
              <a:buFont typeface="Arial" panose="020B0604020202020204" pitchFamily="34" charset="0"/>
              <a:buChar char="•"/>
            </a:pPr>
            <a:r>
              <a:rPr lang="en-GB" dirty="0"/>
              <a:t>Lessons for each age track are split into different weeks.</a:t>
            </a:r>
          </a:p>
          <a:p>
            <a:pPr marL="285750" indent="-285750">
              <a:buFont typeface="Arial" panose="020B0604020202020204" pitchFamily="34" charset="0"/>
              <a:buChar char="•"/>
            </a:pPr>
            <a:r>
              <a:rPr lang="en-GB" dirty="0"/>
              <a:t>There are different lessons in each week, giving lots of variety to teachers</a:t>
            </a:r>
          </a:p>
          <a:p>
            <a:pPr marL="285750" indent="-285750">
              <a:buFont typeface="Arial" panose="020B0604020202020204" pitchFamily="34" charset="0"/>
              <a:buChar char="•"/>
            </a:pPr>
            <a:r>
              <a:rPr lang="en-GB" dirty="0"/>
              <a:t>This also means that if students go to a different centre, they won’t repeat a lesson</a:t>
            </a:r>
          </a:p>
        </p:txBody>
      </p:sp>
      <p:pic>
        <p:nvPicPr>
          <p:cNvPr id="6" name="Picture 5" descr="A white cover with blue and yellow squares and text&#10;&#10;AI-generated content may be incorrect.">
            <a:extLst>
              <a:ext uri="{FF2B5EF4-FFF2-40B4-BE49-F238E27FC236}">
                <a16:creationId xmlns:a16="http://schemas.microsoft.com/office/drawing/2014/main" id="{C59D05C2-9CBC-C8D5-6257-237E2FD3812F}"/>
              </a:ext>
            </a:extLst>
          </p:cNvPr>
          <p:cNvPicPr>
            <a:picLocks noChangeAspect="1"/>
          </p:cNvPicPr>
          <p:nvPr/>
        </p:nvPicPr>
        <p:blipFill>
          <a:blip r:embed="rId2"/>
          <a:stretch>
            <a:fillRect/>
          </a:stretch>
        </p:blipFill>
        <p:spPr>
          <a:xfrm>
            <a:off x="210880" y="1761622"/>
            <a:ext cx="2852804" cy="4112236"/>
          </a:xfrm>
          <a:prstGeom prst="rect">
            <a:avLst/>
          </a:prstGeom>
        </p:spPr>
      </p:pic>
      <p:pic>
        <p:nvPicPr>
          <p:cNvPr id="10" name="Picture 9" descr="A white cover with colorful squares and text&#10;&#10;AI-generated content may be incorrect.">
            <a:extLst>
              <a:ext uri="{FF2B5EF4-FFF2-40B4-BE49-F238E27FC236}">
                <a16:creationId xmlns:a16="http://schemas.microsoft.com/office/drawing/2014/main" id="{57399E7E-1BC4-6798-453E-123CD51EBC51}"/>
              </a:ext>
            </a:extLst>
          </p:cNvPr>
          <p:cNvPicPr>
            <a:picLocks noChangeAspect="1"/>
          </p:cNvPicPr>
          <p:nvPr/>
        </p:nvPicPr>
        <p:blipFill>
          <a:blip r:embed="rId3"/>
          <a:stretch>
            <a:fillRect/>
          </a:stretch>
        </p:blipFill>
        <p:spPr>
          <a:xfrm>
            <a:off x="3223928" y="1761622"/>
            <a:ext cx="2859439" cy="4112236"/>
          </a:xfrm>
          <a:prstGeom prst="rect">
            <a:avLst/>
          </a:prstGeom>
        </p:spPr>
      </p:pic>
      <p:pic>
        <p:nvPicPr>
          <p:cNvPr id="12" name="Picture 11" descr="A white rectangular object with text&#10;&#10;AI-generated content may be incorrect.">
            <a:extLst>
              <a:ext uri="{FF2B5EF4-FFF2-40B4-BE49-F238E27FC236}">
                <a16:creationId xmlns:a16="http://schemas.microsoft.com/office/drawing/2014/main" id="{22155E62-8CBA-A504-151E-4F36435F1B5F}"/>
              </a:ext>
            </a:extLst>
          </p:cNvPr>
          <p:cNvPicPr>
            <a:picLocks noChangeAspect="1"/>
          </p:cNvPicPr>
          <p:nvPr/>
        </p:nvPicPr>
        <p:blipFill>
          <a:blip r:embed="rId4"/>
          <a:stretch>
            <a:fillRect/>
          </a:stretch>
        </p:blipFill>
        <p:spPr>
          <a:xfrm>
            <a:off x="6243610" y="1761622"/>
            <a:ext cx="2845479" cy="4112236"/>
          </a:xfrm>
          <a:prstGeom prst="rect">
            <a:avLst/>
          </a:prstGeom>
        </p:spPr>
      </p:pic>
      <p:pic>
        <p:nvPicPr>
          <p:cNvPr id="14" name="Picture 13" descr="A white rectangular object with text&#10;&#10;AI-generated content may be incorrect.">
            <a:extLst>
              <a:ext uri="{FF2B5EF4-FFF2-40B4-BE49-F238E27FC236}">
                <a16:creationId xmlns:a16="http://schemas.microsoft.com/office/drawing/2014/main" id="{716ACADB-1E4C-5EBA-70AF-DFE8CDC91EAB}"/>
              </a:ext>
            </a:extLst>
          </p:cNvPr>
          <p:cNvPicPr>
            <a:picLocks noChangeAspect="1"/>
          </p:cNvPicPr>
          <p:nvPr/>
        </p:nvPicPr>
        <p:blipFill>
          <a:blip r:embed="rId5"/>
          <a:stretch>
            <a:fillRect/>
          </a:stretch>
        </p:blipFill>
        <p:spPr>
          <a:xfrm>
            <a:off x="9249332" y="1761621"/>
            <a:ext cx="2857814" cy="4112235"/>
          </a:xfrm>
          <a:prstGeom prst="rect">
            <a:avLst/>
          </a:prstGeom>
        </p:spPr>
      </p:pic>
    </p:spTree>
    <p:extLst>
      <p:ext uri="{BB962C8B-B14F-4D97-AF65-F5344CB8AC3E}">
        <p14:creationId xmlns:p14="http://schemas.microsoft.com/office/powerpoint/2010/main" val="2478179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1B3D1-DB49-AA85-D1E9-807BA19A5C3D}"/>
              </a:ext>
            </a:extLst>
          </p:cNvPr>
          <p:cNvSpPr>
            <a:spLocks noGrp="1"/>
          </p:cNvSpPr>
          <p:nvPr>
            <p:ph type="title"/>
          </p:nvPr>
        </p:nvSpPr>
        <p:spPr/>
        <p:txBody>
          <a:bodyPr/>
          <a:lstStyle/>
          <a:p>
            <a:r>
              <a:rPr lang="en-GB" dirty="0">
                <a:latin typeface="Raleway" panose="020B0803030101060003" pitchFamily="34" charset="77"/>
              </a:rPr>
              <a:t>The UKLC Syllabus</a:t>
            </a:r>
          </a:p>
        </p:txBody>
      </p:sp>
      <p:sp>
        <p:nvSpPr>
          <p:cNvPr id="4" name="Rounded Rectangle 3">
            <a:extLst>
              <a:ext uri="{FF2B5EF4-FFF2-40B4-BE49-F238E27FC236}">
                <a16:creationId xmlns:a16="http://schemas.microsoft.com/office/drawing/2014/main" id="{A7C89836-3AEC-99D8-7C6C-D6A26F451F1A}"/>
              </a:ext>
            </a:extLst>
          </p:cNvPr>
          <p:cNvSpPr/>
          <p:nvPr/>
        </p:nvSpPr>
        <p:spPr>
          <a:xfrm>
            <a:off x="742950" y="2157413"/>
            <a:ext cx="3214688" cy="160020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Open Sans" panose="020B0606030504020204" pitchFamily="34" charset="0"/>
                <a:ea typeface="Open Sans" panose="020B0606030504020204" pitchFamily="34" charset="0"/>
                <a:cs typeface="Open Sans" panose="020B0606030504020204" pitchFamily="34" charset="0"/>
              </a:rPr>
              <a:t>LANGUAGE FOCUS</a:t>
            </a:r>
          </a:p>
        </p:txBody>
      </p:sp>
      <p:sp>
        <p:nvSpPr>
          <p:cNvPr id="5" name="Rounded Rectangle 4">
            <a:extLst>
              <a:ext uri="{FF2B5EF4-FFF2-40B4-BE49-F238E27FC236}">
                <a16:creationId xmlns:a16="http://schemas.microsoft.com/office/drawing/2014/main" id="{83B4D58F-6131-5FC5-370B-EF8A3D06CEBD}"/>
              </a:ext>
            </a:extLst>
          </p:cNvPr>
          <p:cNvSpPr/>
          <p:nvPr/>
        </p:nvSpPr>
        <p:spPr>
          <a:xfrm>
            <a:off x="4488656" y="2157413"/>
            <a:ext cx="3214688" cy="160020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3600" dirty="0">
                <a:latin typeface="Open Sans" panose="020B0606030504020204" pitchFamily="34" charset="0"/>
                <a:ea typeface="Open Sans" panose="020B0606030504020204" pitchFamily="34" charset="0"/>
                <a:cs typeface="Open Sans" panose="020B0606030504020204" pitchFamily="34" charset="0"/>
              </a:rPr>
              <a:t>LEADERSHIP FOCUS</a:t>
            </a:r>
          </a:p>
        </p:txBody>
      </p:sp>
      <p:sp>
        <p:nvSpPr>
          <p:cNvPr id="6" name="Rounded Rectangle 5">
            <a:extLst>
              <a:ext uri="{FF2B5EF4-FFF2-40B4-BE49-F238E27FC236}">
                <a16:creationId xmlns:a16="http://schemas.microsoft.com/office/drawing/2014/main" id="{EE05A2FE-5F8D-2E1F-247D-4845006CA8B7}"/>
              </a:ext>
            </a:extLst>
          </p:cNvPr>
          <p:cNvSpPr/>
          <p:nvPr/>
        </p:nvSpPr>
        <p:spPr>
          <a:xfrm>
            <a:off x="8234362" y="2157413"/>
            <a:ext cx="3214688" cy="160020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3600" dirty="0">
                <a:latin typeface="Open Sans" panose="020B0606030504020204" pitchFamily="34" charset="0"/>
                <a:ea typeface="Open Sans" panose="020B0606030504020204" pitchFamily="34" charset="0"/>
                <a:cs typeface="Open Sans" panose="020B0606030504020204" pitchFamily="34" charset="0"/>
              </a:rPr>
              <a:t>CULTURE FOCUS</a:t>
            </a:r>
            <a:endParaRPr lang="en-GB"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15E8A6AF-BFF0-57D5-64E9-56C6DCE01A6A}"/>
              </a:ext>
            </a:extLst>
          </p:cNvPr>
          <p:cNvSpPr txBox="1"/>
          <p:nvPr/>
        </p:nvSpPr>
        <p:spPr>
          <a:xfrm>
            <a:off x="351854" y="4130040"/>
            <a:ext cx="3793426" cy="2585323"/>
          </a:xfrm>
          <a:prstGeom prst="rect">
            <a:avLst/>
          </a:prstGeom>
          <a:noFill/>
        </p:spPr>
        <p:txBody>
          <a:bodyPr wrap="square" rtlCol="0">
            <a:spAutoFit/>
          </a:bodyPr>
          <a:lstStyle/>
          <a:p>
            <a:r>
              <a:rPr lang="en-IE" dirty="0"/>
              <a:t>These lessons aim to empower our students’ linguistic awareness and capabilities by working on all language skills (reading, writing, listening, speaking) and systems (grammar, phonology, lexis, discourse), as well as using materials relevant to exam preparation.</a:t>
            </a:r>
            <a:endParaRPr lang="en-GB" dirty="0"/>
          </a:p>
        </p:txBody>
      </p:sp>
      <p:sp>
        <p:nvSpPr>
          <p:cNvPr id="8" name="TextBox 7">
            <a:extLst>
              <a:ext uri="{FF2B5EF4-FFF2-40B4-BE49-F238E27FC236}">
                <a16:creationId xmlns:a16="http://schemas.microsoft.com/office/drawing/2014/main" id="{65CDC94B-6FBE-9A4A-85DC-99F61285881A}"/>
              </a:ext>
            </a:extLst>
          </p:cNvPr>
          <p:cNvSpPr txBox="1"/>
          <p:nvPr/>
        </p:nvSpPr>
        <p:spPr>
          <a:xfrm>
            <a:off x="4440938" y="4130040"/>
            <a:ext cx="3605784" cy="2585323"/>
          </a:xfrm>
          <a:prstGeom prst="rect">
            <a:avLst/>
          </a:prstGeom>
          <a:noFill/>
        </p:spPr>
        <p:txBody>
          <a:bodyPr wrap="square" rtlCol="0">
            <a:spAutoFit/>
          </a:bodyPr>
          <a:lstStyle/>
          <a:p>
            <a:r>
              <a:rPr lang="en-IE" dirty="0"/>
              <a:t>This programme is designed to equip students with essential 21st-century skills, focusing on leadership development, communication and teamwork. Students build the confidence and competencies needed to grow into empowered young adults.</a:t>
            </a:r>
            <a:endParaRPr lang="en-GB" dirty="0"/>
          </a:p>
        </p:txBody>
      </p:sp>
      <p:sp>
        <p:nvSpPr>
          <p:cNvPr id="10" name="TextBox 9">
            <a:extLst>
              <a:ext uri="{FF2B5EF4-FFF2-40B4-BE49-F238E27FC236}">
                <a16:creationId xmlns:a16="http://schemas.microsoft.com/office/drawing/2014/main" id="{D3422AE3-B683-5FBC-E155-CDF201A6DA85}"/>
              </a:ext>
            </a:extLst>
          </p:cNvPr>
          <p:cNvSpPr txBox="1"/>
          <p:nvPr/>
        </p:nvSpPr>
        <p:spPr>
          <a:xfrm>
            <a:off x="8234362" y="4130040"/>
            <a:ext cx="3605784" cy="2031325"/>
          </a:xfrm>
          <a:prstGeom prst="rect">
            <a:avLst/>
          </a:prstGeom>
          <a:noFill/>
        </p:spPr>
        <p:txBody>
          <a:bodyPr wrap="square" rtlCol="0">
            <a:spAutoFit/>
          </a:bodyPr>
          <a:lstStyle/>
          <a:p>
            <a:r>
              <a:rPr lang="en-IE" dirty="0"/>
              <a:t>These lessons combine CLIL and British culture, allowing students to use English to explore a range of disciplines, including art, literature, natural sciences, as well as the history and geography of the UK.</a:t>
            </a:r>
            <a:endParaRPr lang="en-GB" dirty="0"/>
          </a:p>
        </p:txBody>
      </p:sp>
    </p:spTree>
    <p:extLst>
      <p:ext uri="{BB962C8B-B14F-4D97-AF65-F5344CB8AC3E}">
        <p14:creationId xmlns:p14="http://schemas.microsoft.com/office/powerpoint/2010/main" val="13924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954750-FACC-43A1-3049-E7A2C6A15421}"/>
              </a:ext>
            </a:extLst>
          </p:cNvPr>
          <p:cNvSpPr txBox="1"/>
          <p:nvPr/>
        </p:nvSpPr>
        <p:spPr>
          <a:xfrm>
            <a:off x="185979" y="619931"/>
            <a:ext cx="11820041" cy="6186309"/>
          </a:xfrm>
          <a:prstGeom prst="rect">
            <a:avLst/>
          </a:prstGeom>
          <a:noFill/>
        </p:spPr>
        <p:txBody>
          <a:bodyPr wrap="square" rtlCol="0">
            <a:spAutoFit/>
          </a:bodyPr>
          <a:lstStyle/>
          <a:p>
            <a:r>
              <a:rPr lang="en-GB" sz="2400" b="1" dirty="0"/>
              <a:t>English Pluses include:</a:t>
            </a:r>
          </a:p>
          <a:p>
            <a:endParaRPr lang="en-GB" sz="1600" dirty="0"/>
          </a:p>
          <a:p>
            <a:pPr marL="285750" indent="-285750">
              <a:buFont typeface="Arial" panose="020B0604020202020204" pitchFamily="34" charset="0"/>
              <a:buChar char="•"/>
            </a:pPr>
            <a:r>
              <a:rPr lang="en-GB" b="1" dirty="0"/>
              <a:t>Intensive English (Community Building): </a:t>
            </a:r>
            <a:r>
              <a:rPr lang="en-IE" sz="1600" dirty="0"/>
              <a:t>We understand that we aren’t just delivering lessons, but we are also creating communities at summer schools whether intentionally or not, and there are challenges, needs, and opportunities involved in this such as social or cultural integrations, resources being wasted, leaving a mess in the canteen, accommodation or in the classrooms. Issues could also include student isolation, mental wellbeing and neurodiversity. Teachers will liaise with the SWC who will support in these areas.</a:t>
            </a:r>
            <a:br>
              <a:rPr lang="en-IE" sz="1600" dirty="0"/>
            </a:br>
            <a:br>
              <a:rPr lang="en-IE" sz="1600" dirty="0"/>
            </a:br>
            <a:r>
              <a:rPr lang="en-IE" sz="1600" dirty="0"/>
              <a:t>The Community Building lessons focus on how to empower students to work together to find possible solutions to these needs and issues by communicating with people on campus. Students create these projects that they are responsible for in order to improve these issue on campus. </a:t>
            </a:r>
            <a:br>
              <a:rPr lang="en-IE" sz="1600" dirty="0"/>
            </a:br>
            <a:br>
              <a:rPr lang="en-IE" sz="1600" dirty="0"/>
            </a:br>
            <a:r>
              <a:rPr lang="en-IE" sz="1600" dirty="0"/>
              <a:t>Lessons are similar to Task-based Learning. Students start by analysing particular issues raised by the teacher (e.g. students leaving trays on tables in the canteen). Students then decide which project they’d like to focus on and then all come up with ideas on who they need to talk to and what they need to do to solve this problem. Through qualitative research, lessons would also be based on survey feedback from the students concerning their likes and dislikes. For example, students could work with the EAM and centre staff to design their own evening activity. </a:t>
            </a:r>
          </a:p>
          <a:p>
            <a:endParaRPr lang="en-IE" sz="1600" dirty="0"/>
          </a:p>
          <a:p>
            <a:pPr marL="285750" indent="-285750">
              <a:buFont typeface="Arial" panose="020B0604020202020204" pitchFamily="34" charset="0"/>
              <a:buChar char="•"/>
            </a:pPr>
            <a:endParaRPr lang="en-IE" sz="1600" dirty="0"/>
          </a:p>
          <a:p>
            <a:pPr marL="285750" indent="-285750">
              <a:buFont typeface="Arial" panose="020B0604020202020204" pitchFamily="34" charset="0"/>
              <a:buChar char="•"/>
            </a:pPr>
            <a:r>
              <a:rPr lang="en-GB" sz="1600" b="1" dirty="0"/>
              <a:t>Performing Arts: </a:t>
            </a:r>
            <a:r>
              <a:rPr lang="en-GB" sz="1600" dirty="0"/>
              <a:t>Combines dance and drama lessons. The content will be decided by the teacher leading the sessions. </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34143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3B3EC-3AD8-464C-7AC6-905C6E949711}"/>
              </a:ext>
            </a:extLst>
          </p:cNvPr>
          <p:cNvSpPr>
            <a:spLocks noGrp="1"/>
          </p:cNvSpPr>
          <p:nvPr>
            <p:ph type="title"/>
          </p:nvPr>
        </p:nvSpPr>
        <p:spPr/>
        <p:txBody>
          <a:bodyPr/>
          <a:lstStyle/>
          <a:p>
            <a:r>
              <a:rPr lang="en-GB" dirty="0">
                <a:latin typeface="Raleway" panose="020B0803030101060003" pitchFamily="34" charset="77"/>
              </a:rPr>
              <a:t>Reports</a:t>
            </a:r>
          </a:p>
        </p:txBody>
      </p:sp>
      <p:pic>
        <p:nvPicPr>
          <p:cNvPr id="7" name="Picture 6" descr="A screen shot of a survey&#10;&#10;AI-generated content may be incorrect.">
            <a:extLst>
              <a:ext uri="{FF2B5EF4-FFF2-40B4-BE49-F238E27FC236}">
                <a16:creationId xmlns:a16="http://schemas.microsoft.com/office/drawing/2014/main" id="{60C060CB-2E5E-9D3C-481A-AA655C5AD4A5}"/>
              </a:ext>
            </a:extLst>
          </p:cNvPr>
          <p:cNvPicPr>
            <a:picLocks noChangeAspect="1"/>
          </p:cNvPicPr>
          <p:nvPr/>
        </p:nvPicPr>
        <p:blipFill>
          <a:blip r:embed="rId2"/>
          <a:stretch>
            <a:fillRect/>
          </a:stretch>
        </p:blipFill>
        <p:spPr>
          <a:xfrm>
            <a:off x="4083050" y="558800"/>
            <a:ext cx="4025900" cy="5740400"/>
          </a:xfrm>
          <a:prstGeom prst="rect">
            <a:avLst/>
          </a:prstGeom>
        </p:spPr>
      </p:pic>
    </p:spTree>
    <p:extLst>
      <p:ext uri="{BB962C8B-B14F-4D97-AF65-F5344CB8AC3E}">
        <p14:creationId xmlns:p14="http://schemas.microsoft.com/office/powerpoint/2010/main" val="3351289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3B3EC-3AD8-464C-7AC6-905C6E949711}"/>
              </a:ext>
            </a:extLst>
          </p:cNvPr>
          <p:cNvSpPr>
            <a:spLocks noGrp="1"/>
          </p:cNvSpPr>
          <p:nvPr>
            <p:ph type="title"/>
          </p:nvPr>
        </p:nvSpPr>
        <p:spPr/>
        <p:txBody>
          <a:bodyPr/>
          <a:lstStyle/>
          <a:p>
            <a:r>
              <a:rPr lang="en-GB" dirty="0">
                <a:latin typeface="Raleway" panose="020B0803030101060003" pitchFamily="34" charset="77"/>
              </a:rPr>
              <a:t>Certificates</a:t>
            </a:r>
          </a:p>
        </p:txBody>
      </p:sp>
      <p:pic>
        <p:nvPicPr>
          <p:cNvPr id="3" name="Picture 2" descr="A certificate of attendance with red and blue stripes&#10;&#10;AI-generated content may be incorrect.">
            <a:extLst>
              <a:ext uri="{FF2B5EF4-FFF2-40B4-BE49-F238E27FC236}">
                <a16:creationId xmlns:a16="http://schemas.microsoft.com/office/drawing/2014/main" id="{01751214-655F-72CC-CCEC-F70E461D45FA}"/>
              </a:ext>
            </a:extLst>
          </p:cNvPr>
          <p:cNvPicPr>
            <a:picLocks noChangeAspect="1"/>
          </p:cNvPicPr>
          <p:nvPr/>
        </p:nvPicPr>
        <p:blipFill>
          <a:blip r:embed="rId2"/>
          <a:stretch>
            <a:fillRect/>
          </a:stretch>
        </p:blipFill>
        <p:spPr>
          <a:xfrm>
            <a:off x="4070350" y="584200"/>
            <a:ext cx="4051300" cy="5689600"/>
          </a:xfrm>
          <a:prstGeom prst="rect">
            <a:avLst/>
          </a:prstGeom>
        </p:spPr>
      </p:pic>
    </p:spTree>
    <p:extLst>
      <p:ext uri="{BB962C8B-B14F-4D97-AF65-F5344CB8AC3E}">
        <p14:creationId xmlns:p14="http://schemas.microsoft.com/office/powerpoint/2010/main" val="1905087191"/>
      </p:ext>
    </p:extLst>
  </p:cSld>
  <p:clrMapOvr>
    <a:masterClrMapping/>
  </p:clrMapOvr>
</p:sld>
</file>

<file path=ppt/theme/theme1.xml><?xml version="1.0" encoding="utf-8"?>
<a:theme xmlns:a="http://schemas.openxmlformats.org/drawingml/2006/main" name="ShapesVTI">
  <a:themeElements>
    <a:clrScheme name="UKLC">
      <a:dk1>
        <a:srgbClr val="253148"/>
      </a:dk1>
      <a:lt1>
        <a:srgbClr val="FFFFFF"/>
      </a:lt1>
      <a:dk2>
        <a:srgbClr val="253148"/>
      </a:dk2>
      <a:lt2>
        <a:srgbClr val="E6EEF3"/>
      </a:lt2>
      <a:accent1>
        <a:srgbClr val="E31B2E"/>
      </a:accent1>
      <a:accent2>
        <a:srgbClr val="EFEA78"/>
      </a:accent2>
      <a:accent3>
        <a:srgbClr val="FBDFE2"/>
      </a:accent3>
      <a:accent4>
        <a:srgbClr val="B8CCE4"/>
      </a:accent4>
      <a:accent5>
        <a:srgbClr val="E5B9B7"/>
      </a:accent5>
      <a:accent6>
        <a:srgbClr val="D8D8D8"/>
      </a:accent6>
      <a:hlink>
        <a:srgbClr val="E31B2E"/>
      </a:hlink>
      <a:folHlink>
        <a:srgbClr val="E5B9B7"/>
      </a:folHlink>
    </a:clrScheme>
    <a:fontScheme name="UKLC">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82261D1C0B52349A06E5B721528A0D8" ma:contentTypeVersion="17" ma:contentTypeDescription="Create a new document." ma:contentTypeScope="" ma:versionID="364afc97e57021af16e275d4526759ab">
  <xsd:schema xmlns:xsd="http://www.w3.org/2001/XMLSchema" xmlns:xs="http://www.w3.org/2001/XMLSchema" xmlns:p="http://schemas.microsoft.com/office/2006/metadata/properties" xmlns:ns2="aa603cf4-cf6c-4f56-ad9a-6f7589d14111" xmlns:ns3="f18f816e-9158-4639-bfbf-24c6061daf8b" targetNamespace="http://schemas.microsoft.com/office/2006/metadata/properties" ma:root="true" ma:fieldsID="0ca0e7af46eda1bfc66819f1735fa3f8" ns2:_="" ns3:_="">
    <xsd:import namespace="aa603cf4-cf6c-4f56-ad9a-6f7589d14111"/>
    <xsd:import namespace="f18f816e-9158-4639-bfbf-24c6061daf8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603cf4-cf6c-4f56-ad9a-6f7589d1411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3" nillable="true" ma:displayName="Taxonomy Catch All Column" ma:hidden="true" ma:list="{f5a8df3b-0cf2-4730-82ae-c3b3a24d6327}" ma:internalName="TaxCatchAll" ma:showField="CatchAllData" ma:web="aa603cf4-cf6c-4f56-ad9a-6f7589d1411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18f816e-9158-4639-bfbf-24c6061daf8b"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4eaea8b-1823-4e95-aefd-66daedae232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f18f816e-9158-4639-bfbf-24c6061daf8b" xsi:nil="true"/>
    <lcf76f155ced4ddcb4097134ff3c332f xmlns="f18f816e-9158-4639-bfbf-24c6061daf8b">
      <Terms xmlns="http://schemas.microsoft.com/office/infopath/2007/PartnerControls"/>
    </lcf76f155ced4ddcb4097134ff3c332f>
    <TaxCatchAll xmlns="aa603cf4-cf6c-4f56-ad9a-6f7589d14111" xsi:nil="true"/>
  </documentManagement>
</p:properties>
</file>

<file path=customXml/itemProps1.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2.xml><?xml version="1.0" encoding="utf-8"?>
<ds:datastoreItem xmlns:ds="http://schemas.openxmlformats.org/officeDocument/2006/customXml" ds:itemID="{C22936BF-47DE-4EDE-99E3-5585C0E69687}">
  <ds:schemaRefs>
    <ds:schemaRef ds:uri="aa603cf4-cf6c-4f56-ad9a-6f7589d14111"/>
    <ds:schemaRef ds:uri="f18f816e-9158-4639-bfbf-24c6061daf8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BDEF148-1770-458F-8F5B-C3D0A278AA97}">
  <ds:schemaRefs>
    <ds:schemaRef ds:uri="71af3243-3dd4-4a8d-8c0d-dd76da1f02a5"/>
    <ds:schemaRef ds:uri="aa603cf4-cf6c-4f56-ad9a-6f7589d14111"/>
    <ds:schemaRef ds:uri="f18f816e-9158-4639-bfbf-24c6061daf8b"/>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{5D8B9AC7-97FF-49C6-BD75-2D13D619D1DA}tf78504181_win32</Template>
  <TotalTime>67</TotalTime>
  <Words>447</Words>
  <Application>Microsoft Macintosh PowerPoint</Application>
  <PresentationFormat>Widescreen</PresentationFormat>
  <Paragraphs>20</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Open Sans</vt:lpstr>
      <vt:lpstr>Raleway</vt:lpstr>
      <vt:lpstr>Segoe UI</vt:lpstr>
      <vt:lpstr>ShapesVTI</vt:lpstr>
      <vt:lpstr>PowerPoint Presentation</vt:lpstr>
      <vt:lpstr>The UKLC Syllabus</vt:lpstr>
      <vt:lpstr>PowerPoint Presentation</vt:lpstr>
      <vt:lpstr>Reports</vt:lpstr>
      <vt:lpstr>Certificates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Shapes</dc:title>
  <dc:creator>Jo Langdon</dc:creator>
  <cp:lastModifiedBy>Charlie Sterndale-Bennett</cp:lastModifiedBy>
  <cp:revision>4</cp:revision>
  <dcterms:created xsi:type="dcterms:W3CDTF">2022-11-15T14:20:39Z</dcterms:created>
  <dcterms:modified xsi:type="dcterms:W3CDTF">2026-03-04T10:20:07Z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0x010100082261D1C0B52349A06E5B721528A0D8</vt:lpwstr>
  </property>
  <property fmtid="{D5CDD505-2E9C-101B-9397-08002B2CF9AE}" pid="3" name="MediaServiceImageTags">
    <vt:lpwstr/>
  </property>
</Properties>
</file>